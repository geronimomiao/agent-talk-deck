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开场前检查:勿扰模式、终端字号 ≥20pt、录屏备份放在紧邻下一页、抓包回放 flow 文件就位。自我介绍一句:深度用 Claude Code / Codex 几个月,今天不测评、不复述文档,只讲我抓下来的真实报文。
止损协议(排练过,不现场即兴):开场结束 ≤3′;组 1 结束 ≤17′;组 2+桥结束 ≤32′。若第 32 分钟落后→组 3 切短版:总对比图 + 旋钮映射页 + 1 条最狠策略,3 分钟收线进结尾。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B 定稿台词:“先举个手:平时觉得 Claude Code 更聪明的?……觉得 Codex 或者 Cursor 更顺手的?好,两边都有人,而且我知道你们手里都有证据。但尴尬的是——它们底下很可能是同一个模型。同一个模型,凭什么让一屋子干了十年的工程师举不同的手?过去几个月我干了一件事:给这些 agent 抓包,把它们喂给模型的每一个字节摊开来看。看完我只有一个结论:我们从来就不是在比模型,是在比另一样东西。今天,我把那样东西当场拆给你们看。”
⚠ 不剧透任何数字——“几万 token”留给 Hi demo,“1.6%”留给投票。开场 30 秒完成第一次全场互动,压低后面讲授段的走神率。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停一拍,让这句话扎进去,再翻页。这句是全场的轴,后面所有内容都在回答“另一样东西是什么”。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明说:“45 分钟后,这四个每一个都有报文级答案。”(curiosity gap:挂起的缺口必须在第 39 分钟集中闭合,一个都不能悬空,否则变挫败。)语气:这四个你们全遇到过,但没人给过系统答案——今天给。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引子:“要回答这四个悬案,得先统一一个地基。60 秒讲完——但它的第三层推论,多数人没往下推过。”
⚠ 严禁科普腔(专家反转效应 Kalyuga 2003:对老手,教科书式定义是在烧耐心)。判据:听众自己读文档 5 分钟能获得的,删。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台词(推论链口吻,3 分钟封顶):“模型是无状态的 token 预测器,这个你们都知道——但它的推论是:agent 的记忆、工具、联网、subagent,没有一样是模型干的,全是壳在干:把信息拼成文字塞进去,把吐出来的文字解析成动作。工具调用没有魔法。而既然模型的全部世界就是这一次请求里的那串字,那抓包看到的就不是边角料,是全景。”这一步给全场方法论发“合法性执照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逐项举手,统计个大概。Pretesting(Richland, Kornell &amp; Kao 2009):揭示前先让全场预测,猜错的落差就是记忆点。资深听众大多往高了猜——正中下怀。这是约第 7 分钟的注意力重启点①。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大声念出数字,停两秒再往下说。“其余约 98% 是普通的工程代码:权限、上下文压缩、工具、会话管理——核心,就是一个简单的 while 循环。”这个数字后面还会回来两次(桥、结尾备选),它是全场最该被记住的数字。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铁律:live 只做“证真”——30-60 秒,当场对两家各发一句 Hi,让抓包工具里跳出请求,证明这是真的、刚发生的;然后立刻切到提前抓好、逐段标注高亮的报文截图讲 4 分钟。千万不要现场滚动生报文找重点——那是 demo 坟场。
三级降级:live 失败,20 秒内切预录视频→视频也出问题,切静态标注截图(内容零损失,只损失仪式感)。翻车台词提前背好:“公司代理今天不配合——这就是为什么我提前抓好了,看这份。”最稳形态:回放提前保存的 flow 文件,“重放昨晚的真实报文”,证据力相同、风险归零。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这是设计好的峰值时刻(峰终定律,第 9-14 分钟):让全场第一次看到“官方文档没写的东西”。三个看点每个都反直觉,配并排报文截图、颜色高亮 diff——眼睛先看到差异,嘴再解释(双编码)。后排可读性:截图里 JSON 提前折叠到只剩关键字段。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立轴,放慢:“模型是引擎,agent 是整车。你日常感知到的好用不好用,大部分 diff 来自整车厂,不是引擎。”
承上启下:“整车和引擎的差距,具体差在哪几个零件?咱们把这台车拆开——顺便,把开头那四个悬案一个一个解了。”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开胃段 2 分钟,挑 2-3 个最戏剧性的版本 diff 讲(数据源:phistory 历史版本)。收一句:“这部踩坑史,就是我们拆车的说明书。”
免疫台词(预埋,防现场 challenge):“你们今晚回去抓,报文很可能跟我的不一样——版本一直在改,而这个改动史本身,就是今天讲的官方踩坑史。”所有硬数字标:来源 + 抓包日期 + agent 版本号。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回收悬案①,角落打勾。讲一条真实重试链:缩进差一个空格→“未找到匹配”→重试选段太短、命中两处→第三次整文件重写——500 token 的小改动烧掉几千 token、三轮往返,你的体感就是“它今天好笨”。
punchline 放慢:“模型和自家的壳,是一起 RL 训练出来的。apply_patch 之于 GPT 系、专用工具格式之于 Claude 系,都是主场作战;把模型 A 塞进 agent B 的壳,天然是客场。所以「哪个 agent 最好」可能是伪问题,「哪对 模型×壳 组合最好」才是真问题。”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回收悬案②,打勾。“变笨”不是它累了,是接近窗口上限触发了压缩——保留什么、丢什么,各家策略不同。Anthropic《Effective Context Engineering》的 attention budget / context rot 一句带过,不展开论文。三症状讲完落原则牌 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回收悬案③,打勾。最短的一层,1.5 分钟别恋战。IDE 系(Trae / Cursor)自动携带打开的文件、光标位置、选中代码;CLI 你不说就没有。它不是装傻,是真没看见。顺带一句:你的消息也从来不是裸发的——模板包装、@引用展开、reminder 注入,各家都不同。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回收悬案④(它横跨两层:出厂人设 + 权限沙箱),打勾。先投票再揭数字(第 23 分钟重启点②):“你平均按“允许”的比例是多少?”然后揭 93%——弹窗疲劳真实存在;OS 级沙箱(Seatbelt / Landlock)让弹窗降 84%。
补一句给直接领导:“轻形态不是偷懒,是设计——弹窗降 84% 就是证据。”再补笼子効应:沙箱断网装不了依赖时,它会自己憋 workaround——你以为它笨,其实它被关在笼子里。落原则牌 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快闪 1 分钟,就是快闪,别超时。subagent 真相:没有魔法,一次带独立上下文的递归调用,主 agent 只拿最终结论——在陌生大仓里翻 50 个文件的活丢给它,主上下文只花“一句话的钱”。推理参数:reasoning effort / thinking 预算界面上未必露出,但都在报文里。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秒一图收拢。双编码原则:讲哪层,手指哪层。台词:“你平时所有的想不通,都能在这七层里的某一层,找到报文级答案。”(正式场建议把这页做成一张纵剖面解剖图,讲哪层亮哪层——不要 7 页 bullet。)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桥三步的第 1 步(30″):“到这里,整车拆完了。拆完你会发现一个反直觉的事实:骨架是便宜的——100 行就有了,论文说只有 1.6% 是模型决策;贵的,是刚才每一层上的那些工程决策。”一屏预写代码、while 循环高亮,跑一个提前测通的小任务或放 20 秒 gif——不现场手搓。
完整 6 分钟版留作 Q&amp;A 暗牌:有人问“怎么写的”就现场展开;repo 链接会后发群。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桥三步的第 2 步,全场最关键的一句(45″,逐字稿):“这句话反过来说才值钱:既然 diff 来自工程决策而不是模型,那这些决策就不是只有 Anthropic 和 OpenAI 有资格做——你在自己的工作流里每天都在做一模一样的决策,只是以前你不知道自己在做。上半场看的是厂商怎么拧旋钮——下半场,轮到你拧。”落原则牌 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桥三步的第 3 步(30″):亮地图。“接下来讲的不是新东西,是同一张地图的应用篇。”左边是你日常工作流里的动作,右边是它对应的层——厂商拧的旋钮和你拧的,是同一排。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秒,先抽象后实例,把非前端同学拉进场:“这套改造的通用模式就一行。我拿我最熟的前端流程当例子——后端把「设计稿」换成「API 契约」,QA 把「验收表」换成「缺陷表」,完全同构。”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分钟,第 31-33 分钟注意力重启点③:媒介切录屏,放关键环节的真实录屏。重点讲最出效果的闭环:设计/QA 把问题填进表格→agent 读表逐条修——返工从“人肉传话”变成“结构化输入”。收一句:“人从流水线上的工人,变成流水线的设计者。”
⬜ 此页需要你的真实素材:实际用的限制/参数、互审 prompt、验收表格式、一个真实闭环案例 + 录屏。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讲稿定稿(约 400 字,可照读):把模型想成雇来砍柴的天才樵夫:力气吓人,却每天早上失忆,只背得动一个背包——背包就是上下文窗口。MD、Tool、CLI、MCP 都在抢它。
MD 是背包里的字条:哪座山柴好、东家的规矩。它只改变“知道什么”,不给能力——写一万遍“去砍树”,没斧子照样砍不断;字条按字数占背包,塞多了关键那张被稀释,即 context rot。
Tool 是斧子:砍下去世界真的改变,还能上锁——权限、沙箱只装得到斧子上,装不到字条上。但每把斧子附一张说明卡(schema),卡也占背包,挂五十把就选不过来。
CLI 是山下五金铺:人类五十年的现成工具。只付一把钥匙的背包成本——Bash 这一个 tool——整个生态随便借。代价是工具为人设计、没护栏,沙箱防的就是这扇门。
MCP 是集市统一摊位标准:Figma、Jira 按规格摆摊,谁都能用。但摊位后面还是斧子,每签一家,背包多一册说明。
为什么不能全 MD?字条不砍树,没有可拦截的执行点。全 Tool 呢?说明卡压垮背包,多数内容本来就只是知识。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弹药,背熟两发:
追问 1“协议层只有 messages 和 tools 两个通道,你这四分法不存在吧?”→ 完全同意,这正是抓包最重要的发现:四分法不是协议分类,是设计决策分类——同一个能力走哪条路,背包占用、护栏粒度、维护成本、复用范围完全不同。协议层 2 个通道,决策层 2×2,官方文档只讲协议,抓包才让你看见四个决策怎么坍缩进两个通道。
追问 2“五金铺全能且近零成本,为什么还要专用斧子?”→ 三个抓包可见的理由:护栏粒度(权限 hook 挂在工具名上,Bash 里 cat 和 rm -rf 只能按最危险的管);结构化结果(Edit 不唯一命中直接报错,harness 兜得住);可靠性经济学(高频操作 1% 失败率差异就是产品分水岭)。准则:高频关键配斧子,长尾走五金铺——Claude Code 十几个工具加一个 Bash,就是官方实例。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分钟。只给三条,都反直觉——完整七条进附录。实测对比只放 30 秒结论页:“完整实测数据(两个任务 × 三家 × 轮数 / token / 用时)会后发群,扫码自取。”Trae 列标注置信度——方法的诚实,本身就是这场分享的卖点。
⬜ 实测数据待填(修 bug 任务 + 检索任务)。
承上启下:“环境搭好了,循环就可以交出去了——交出去之后是什么样子?最后 2 分钟,往前看一步。”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秒,逐个点勾:“编辑格式层、上下文层、输入组装层、人设加权限层——四个悬案,一个都没悬空。”完成感就是 Q&amp;A 前的“终”(峰终定律:未闭合的缺口会变成挫败,闭合的缺口就是满足感)。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一根演进轴讲完,90 秒,不展开细节层级。台词骨架:“过去,人跑循环,agent 是副驾;现在,agent 跑循环,人盯结果;下一步,把「什么算完成、怎么验证、何时停」写成契约交给它——Codex 的 goal 就是这个方向,evidence-gated;再往后,是多 agent 并行的车队调度,直到全公司共用的系统。每往上一级,人的角色就从执行退一步,往设计规则进一步。”然后落 Dario 引言,制造紧迫感但不贩卖焦虑。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秒。“全场回答的是「模型 × Agent」的 diff;但对个人产出,完整公式是三个乘数。前两个是厂商给的,你只能选;第三个完全在你手里,而且复利增长。七层里每个留了口子的地方——CLAUDE.md、skill、memory、MCP / CLI——都值得把你的积累写进去。”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口播定稿(约 78 字):“同模型不同 agent 有 diff——这是今天讲的;同 agent 不同人,diff 只会更大——这是各位回去就能做的。前两个乘数是厂商的,第三个只在你手里。58 年前《全球概览》创刊第一句,送给大家:吾辈如神,理应胜任。”
时间富余加一拍:“顺便说一句,乔布斯那句 Stay hungry, Stay foolish,也出自这本杂志的封底。”
⚠ 出处必须标 Stewart Brand 1968《全球概览》创刊词,严禁说“最近很火的书”——中文版 2026 年 6 月才出,被较真听众查到会伤“看报文说话”的人设。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预留 15 分钟。暗牌:有人问“100 行 agent 怎么写的”→现场展开完整 6 分钟版,repo 会后发群。弹药:“四分法在协议层不存在吧”和“有五金铺为何还要斧子”两发应答,在第 25 页口播里,背熟。冷场种子问题:它会不会乱改我代码?/ 和内部平台怎么互补?/ 小团队怎么起步?
和主持人提前约好:Q&amp;A 后给我 30 秒收口——别把结尾交给最后一个随机质量的提问。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后 30 秒,定格这一页结束(峰终的“终”)。这一页就是隔级领导带走的东西——四条原则全部可以直接迁移进公司 AI 平台的设计。逐条念,不解释,鞠躬下台。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内部技术分享 · 45′ 主讲 + 15′ Q&amp;A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96596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同一个模型，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为什么不同 agent 差这么多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3886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抓包七层解剖 × 前端工作流 AI 改造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simiao · 不猜、不复述文档，看报文说话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· 黄金 30 秒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先举个手——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 Claude Code 更聪明的？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 Codex / Cursor 更顺手的？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1488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我们从来不是在比模型，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是在比另一样东西。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今天,当场拆给你们看。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四个悬案，先挂在这儿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49808" y="19110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8A89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16916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同模型同任务，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家一把过，B 家反复编辑失败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172200" y="169164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373368" y="19110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8A89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39128" y="16916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会话越长越笨，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重开一个立刻恢复智商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310896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49808" y="332841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8A89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31089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IDE 里随口一句就懂，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里同一句话装傻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172200" y="310896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373368" y="332841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8A89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39128" y="31089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有的 agent 事事请示，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有的闷头就干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分钟后，每一个都有报文级答案。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 1 · 地基与方法 · 3′–14′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先统一一个 60 秒的地基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3429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它的第三层推论，多数人没往下推过。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三步推论,60 秒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= 无状态的“接话茬机器”。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它天生没有记忆、工具、网络,世界就是这次请求里的那串字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↓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2852928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的一切“本事”,全是壳(harness)干的。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工具调用没有魔法:约定格式的文字,壳负责解析、执行、再拼回去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059936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抓包 = 看到 agent 喂给模型的全部。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不是窥探边角料,是看全景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全场投票 · 先猜,再揭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的代码里，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“模型决策逻辑”占多少？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338328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50%</a:t>
            </a:r>
            <a:endParaRPr lang="en-US" sz="18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模型为主,壳是辅助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297680" y="338328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 左右</a:t>
            </a:r>
            <a:endParaRPr lang="en-US" sz="18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五五开偏工程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0" y="338328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不到 10%</a:t>
            </a:r>
            <a:endParaRPr lang="en-US" sz="18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几乎全是工程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105156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C4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1.6%</a:t>
            </a:r>
            <a:endParaRPr lang="en-US" sz="10000" dirty="0"/>
          </a:p>
        </p:txBody>
      </p:sp>
      <p:sp>
        <p:nvSpPr>
          <p:cNvPr id="5" name="Text 2"/>
          <p:cNvSpPr/>
          <p:nvPr/>
        </p:nvSpPr>
        <p:spPr>
          <a:xfrm>
            <a:off x="548640" y="32461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~98% 是工程基建：权限、上下文压缩、工具、会话管理。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核心，只是一个简单的 while 循环。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 2604.14228《Dive into Claude Code》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· 一句 “Hi” 抓包 · 5′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你还没干活，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几万 token 已经花出去了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30–60″ live 证真</a:t>
            </a:r>
            <a:pPr indent="0" marL="0">
              <a:buNone/>
            </a:pPr>
            <a:r>
              <a:rPr lang="en-US" sz="16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（两家各发一句 Hi）→ </a:t>
            </a:r>
            <a:pPr indent="0" marL="0">
              <a:buNone/>
            </a:pPr>
            <a:r>
              <a:rPr lang="en-US" sz="1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4′ 预标注报文走读</a:t>
            </a:r>
            <a:pPr indent="0" marL="0">
              <a:buNone/>
            </a:pPr>
            <a:r>
              <a:rPr lang="en-US" sz="16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（高亮 diff）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 Hi 的报文里,有什么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87452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固定开销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Prompt + 工具定义,以万计 token——你还没说正事,这笔钱每次请求都在付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297680" y="187452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注入内容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环境信息(OS / 目录 / git 状态)、system-reminder——你的 “Hi” 只是报文里很小的一角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187452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两家首包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同一句 Hi,结构、字段、注入内容完全不同——并排一放,diff 一目了然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18745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模型是引擎，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是整车。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你感知的“好用 / 不好用”，大部分 diff 来自整车厂，不是引擎。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 2 · 拆整车 · 14′–27′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Prompt 的改动史，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就是官方踩坑史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288036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跟“话痨”搏斗：曾写死“回答必须少于 4 行”，此后措辞反复调整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跟“废话注释”搏斗：全大写强调“不要添加任何注释,除非被要求”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把“爱列计划”从性格变成制度：TODO / 计划工具入场,配大段使用规范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5120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数据源：phistory 历史版本 · 这部踩坑史，就是拆车的说明书。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悬案① 破案 · 工具与编辑格式层 · 3′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不是模型笨，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是编辑格式“八字不合”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apply_patch 自定义 diff 格式——GPT 系模型被专门训练过这个格式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172200" y="26060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 精确字符串替换——old_string 必须唯一命中,差一个空格就失败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模型和自家的壳是一起训练的——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“同一个模型”，其实从没在同等条件下比过赛。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悬案② 破案 · 上下文工程层 · 2.5′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越聊越笨,不是它累了——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是压缩把记忆吃了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94360" y="27432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忘了半小时前定好的约定,用回默认做法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重复问已经回答过的问题,把否决过的方案再提一遍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引用“我们之前讨论过 X”——X 其实已被压缩掉,记忆变成幻觉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4892040"/>
            <a:ext cx="6400800" cy="475488"/>
          </a:xfrm>
          <a:prstGeom prst="roundRect">
            <a:avLst>
              <a:gd name="adj" fmla="val 11538"/>
            </a:avLst>
          </a:prstGeom>
          <a:solidFill>
            <a:srgbClr val="FAEEDA"/>
          </a:solidFill>
          <a:ln w="12700">
            <a:solidFill>
              <a:srgbClr val="E3E0D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54F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原则牌 ① 上下文是稀缺资源，要预算化管理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悬案③ 破案 · 输入组装层 · 1.5′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“同样的 prompt”，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根本不是同样的输入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28346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自动携带：打开的文件、光标位置、选中的代码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你不说就没有——它不是装傻，是真没看见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你的消息也不是裸发的：模板包装、@引用展开、注入提醒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悬案④ 破案 · 出厂人设 + 权限沙箱层 · 2.5′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事事请示 vs 闷头就干，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是“设计”出来的性格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25603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C4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3474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用户平均批准率——“点允许”几周就变机械动作,人肉监督名存实亡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25603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C4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−84%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400800" y="3474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级沙箱让权限弹窗下降——轻 + 隔离不是偷懒,是设计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892040"/>
            <a:ext cx="7498080" cy="475488"/>
          </a:xfrm>
          <a:prstGeom prst="roundRect">
            <a:avLst>
              <a:gd name="adj" fmla="val 11538"/>
            </a:avLst>
          </a:prstGeom>
          <a:solidFill>
            <a:srgbClr val="FAEEDA"/>
          </a:solidFill>
          <a:ln w="12700">
            <a:solidFill>
              <a:srgbClr val="E3E0D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54F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原则牌 ② 权限设计的目标是减少打断，而非增加确认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快闪 · 剩下两层,各 30″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 &amp; 推理参数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subagent 没有魔法：一次带独立上下文的递归调用；主上下文只花“一句话的钱”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72200" y="2194560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推理参数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报文里看不见的旋钮：同一个模型,不同 thinking 档位 ≈ 不同模型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七层，一图收拢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5727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</a:t>
            </a:r>
            <a:pPr indent="0" marL="0"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Prompt 出厂人设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412480" y="15727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85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悬案④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31136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2311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</a:t>
            </a:r>
            <a:pPr indent="0" marL="0"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工具与编辑格式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12480" y="22311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85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悬案①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889504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889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</a:t>
            </a:r>
            <a:pPr indent="0" marL="0"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412480" y="28895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85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悬案②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547872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547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 </a:t>
            </a:r>
            <a:pPr indent="0" marL="0"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412480" y="35478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快闪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20624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 </a:t>
            </a:r>
            <a:pPr indent="0" marL="0"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权限与沙箱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412480" y="4206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85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悬案④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86460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8646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 </a:t>
            </a:r>
            <a:pPr indent="0" marL="0"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推理参数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412480" y="48646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快闪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522976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55229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 </a:t>
            </a:r>
            <a:pPr indent="0" marL="0">
              <a:buNone/>
            </a:pPr>
            <a:r>
              <a:rPr lang="en-US" sz="145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输入组装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8412480" y="55229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85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悬案③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 · 100 行 agent 走读 · 2.5′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骨架是便宜的，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贵的是七层上的工程决策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11064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62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(true)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62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llm(messages, tools)   // SP 10 行 + 3 个工具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62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(!res.tool_calls) break               // 不再调工具 = 干完了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62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(const c of res.tool_calls)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62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messages.push(await run(c))            // read / edit / shell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62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行 TypeScript,零依赖,能修真 bug——完整版是 Q&amp;A 暗牌,repo 会后发群。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全场最关键的一句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这些决策,不是只有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和 OpenAI 有资格做——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你每天都在做。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32918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你挑哪些文件喂给 agent —— 你在做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你让不让它自己跑测试 —— 你在做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权限设计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你开一个 agent 去 review 另一个 —— 你在做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5212080"/>
            <a:ext cx="6035040" cy="475488"/>
          </a:xfrm>
          <a:prstGeom prst="roundRect">
            <a:avLst>
              <a:gd name="adj" fmla="val 11538"/>
            </a:avLst>
          </a:prstGeom>
          <a:solidFill>
            <a:srgbClr val="FAEEDA"/>
          </a:solidFill>
          <a:ln w="12700">
            <a:solidFill>
              <a:srgbClr val="E3E0D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54F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原则牌 ③ 能力长在 harness，不长在 prompt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同一张地图，轮到你拧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 Figma MCP 读设计稿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0" y="1600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0" y="1600200"/>
            <a:ext cx="4480560" cy="566928"/>
          </a:xfrm>
          <a:prstGeom prst="roundRect">
            <a:avLst>
              <a:gd name="adj" fmla="val 11290"/>
            </a:avLst>
          </a:prstGeom>
          <a:solidFill>
            <a:srgbClr val="E6F1FB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工具层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给编码 agent 设限制、调参数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75120" y="23317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0" y="2331720"/>
            <a:ext cx="4480560" cy="566928"/>
          </a:xfrm>
          <a:prstGeom prst="roundRect">
            <a:avLst>
              <a:gd name="adj" fmla="val 11290"/>
            </a:avLst>
          </a:prstGeom>
          <a:solidFill>
            <a:srgbClr val="E6F1FB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权限 + ⑥ 推理参数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开第二个 agent 做 Code Review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75120" y="30632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0" y="3063240"/>
            <a:ext cx="4480560" cy="566928"/>
          </a:xfrm>
          <a:prstGeom prst="roundRect">
            <a:avLst>
              <a:gd name="adj" fmla="val 11290"/>
            </a:avLst>
          </a:prstGeom>
          <a:solidFill>
            <a:srgbClr val="E6F1FB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控制流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379476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验收问题做成结构化表格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75120" y="37947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32320" y="3794760"/>
            <a:ext cx="4480560" cy="566928"/>
          </a:xfrm>
          <a:prstGeom prst="roundRect">
            <a:avLst>
              <a:gd name="adj" fmla="val 11290"/>
            </a:avLst>
          </a:prstGeom>
          <a:solidFill>
            <a:srgbClr val="E6F1FB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上下文工程(结构化输入)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读表格直接修复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75120" y="45262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132320" y="4526280"/>
            <a:ext cx="4480560" cy="566928"/>
          </a:xfrm>
          <a:prstGeom prst="roundRect">
            <a:avLst>
              <a:gd name="adj" fmla="val 11290"/>
            </a:avLst>
          </a:prstGeom>
          <a:solidFill>
            <a:srgbClr val="E6F1FB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输入组装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 3 · 应用篇 · 29.5′–39′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规格化输入 → 生成 → 自动审查</a:t>
            </a:r>
            <a:endParaRPr lang="en-US" sz="2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结构化反馈 → 闭环修复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前端是例子。后端换成“API 契约”，QA 换成“缺陷表”，完全同构。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同一条流水线,改造前后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A3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传统七步 · 人肉搬运信息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读设计稿 → 编码 → 自测 → QA → 修 bug → 设计验收 → 再修——每个箭头,都是你在两个环节之间当翻译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172200" y="16459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闭环 · 环节接口化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Figma MCP 读稿 → agent 编码(限制 + 参数)→ 第二个 agent 做 Code Review → 设计 / QA 表格化反馈 → agent 读表直接修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人从流水线上的工人，变成流水线的设计者。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892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待填素材：限制 / 参数、互审 prompt、验收表格式、一个真实闭环案例 + 录屏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agent 配装备 · 3′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失忆樵夫,与背包经济学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 = 背包里的字条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该“知道”的:规范、约定、坑——只改变输出,不给能力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72200" y="178308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= 手里的斧子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该“做”的:可校验、可拦截——护栏只能装在斧子上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0896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= 山下五金铺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人类五十年的现成工具,一把钥匙(Bash)全借走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72200" y="310896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= 集市摊位标准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跨家复用的接口——摊位后面,还是斧子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万物皆占背包(上下文窗口)，默认不进。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怎么配?一张判断表</a:t>
            </a:r>
            <a:endParaRPr lang="en-US" sz="2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21208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5FA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5FA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5FA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MD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只需“被读到”的知识 → 写 MD,越短越好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按字数常驻背包,过量 = context rot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Tool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高频、关键、要护栏的动作 → 才封 Tool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schema 说明卡也占背包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CLI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人类已有现成工具 → 走 CLI,别重造轮子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无护栏 = 最大攻击面,沙箱防的就是它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agent / 跨团队标准化接入 → 才开 MCP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4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不是第四种能力,是工具的供应链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底层结构 2×2：(知识 vs 能力)×(自有 vs 生态)。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只带走三条,都反直觉 · 2′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编辑反复失败,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先换家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再怀疑自己——格式八字不合,不是模型笨</a:t>
            </a:r>
            <a:endParaRPr lang="en-US" sz="17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会话变笨就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重开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;大范围扫描交给 subagent,保主上下文干净</a:t>
            </a:r>
            <a:endParaRPr lang="en-US" sz="17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难题调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thinking,杂活调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——一个模型当两个用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4434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完整七条策略 + 三家实测数据(两任务 × 轮数 / token / 用时)会后发群;Trae 列已标注置信度。实测数据待填。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四个悬案，验收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54406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8000"/>
              </a:lnSpc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49808" y="191109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9050">
            <a:solidFill>
              <a:srgbClr val="0850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70432" y="1691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A 家一把过,B 家反复失败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工具与编辑格式层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72200" y="1691640"/>
            <a:ext cx="54406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8000"/>
              </a:lnSpc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373368" y="191109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9050">
            <a:solidFill>
              <a:srgbClr val="0850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93992" y="1691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会话越长越笨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上下文工程层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54406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8000"/>
              </a:lnSpc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49808" y="328269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9050">
            <a:solidFill>
              <a:srgbClr val="0850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70432" y="30632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IDE 秒懂,CLI 装傻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输入组装层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72200" y="3063240"/>
            <a:ext cx="54406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8000"/>
              </a:lnSpc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373368" y="328269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9050">
            <a:solidFill>
              <a:srgbClr val="0850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93992" y="30632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事事请示 vs 闷头就干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人设 + ⑤ 权限沙箱层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报文级答案,一个都没悬空。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往前看一步 · 90″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260604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辅助驾驶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人跑循环,agent 副驾——今天多数人在这里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54680" y="21488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401568" y="1554480"/>
            <a:ext cx="260604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自动驾驶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“什么算完成”写成契约,agent 自己跑到达标或卡住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07608" y="21488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54496" y="1554480"/>
            <a:ext cx="260604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车队调度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并行 + 隔离,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人只做合并治理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60536" y="21488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07424" y="1554480"/>
            <a:ext cx="260604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公司系统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 + 治理,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从个人手艺变团队资产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3703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“coding 是 AI 进展最快的方向。”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548640" y="4526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Dario Amodei,Dwarkesh 访谈,2026 · Anthropic 已有工程 lead 基本不写代码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84124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 = 模型 × Agent × 你的积累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94360" y="182880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多用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——使用量本身就是投资,手感是练出来的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/ 工作流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——重复的活沉淀成可复用流程,一次投入长期生效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/ 规范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——把“这个仓库怎么干活”写进它的出厂设置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/ CLI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——agent 的能力边界 = 它的工具边界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5262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同模型不同 agent,有 diff——这是今天讲的;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agent 不同人,diff 更大——这是各位回去做的。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“We are as gods and might as well get good at it.”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880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吾辈如神，理应胜任。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4114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Stewart Brand，《Whole Earth Catalog》创刊词，1968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Q&amp;A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3794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冷场备用：它会不会乱改我代码？/ 和内部平台怎么互补？/ 小团队怎么起步？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收口 · 30″ · 四条可迁移的设计原则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4173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</a:t>
            </a:r>
            <a:pPr indent="0" marL="0">
              <a:buNone/>
            </a:pPr>
            <a:r>
              <a:rPr lang="en-US" sz="16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上下文是稀缺资源，要预算化管理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58568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2585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</a:t>
            </a:r>
            <a:pPr indent="0" marL="0">
              <a:buNone/>
            </a:pPr>
            <a:r>
              <a:rPr lang="en-US" sz="16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权限设计的目标是减少打断，而非增加确认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099816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09981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</a:t>
            </a:r>
            <a:pPr indent="0" marL="0">
              <a:buNone/>
            </a:pPr>
            <a:r>
              <a:rPr lang="en-US" sz="16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能力长在 harness，不长在 prompt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941064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94106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5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</a:t>
            </a:r>
            <a:pPr indent="0" marL="0">
              <a:buNone/>
            </a:pPr>
            <a:r>
              <a:rPr lang="en-US" sz="1600" dirty="0">
                <a:solidFill>
                  <a:srgbClr val="26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评测锚定真实报文，不锚定官方文档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5029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9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这一页,给要做 AI 基建的同学。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同一个模型，为什么不同 agent 差这么多</dc:title>
  <dc:subject>PptxGenJS Presentation</dc:subject>
  <dc:creator>simiao</dc:creator>
  <cp:lastModifiedBy>simiao</cp:lastModifiedBy>
  <cp:revision>1</cp:revision>
  <dcterms:created xsi:type="dcterms:W3CDTF">2026-07-06T20:37:45Z</dcterms:created>
  <dcterms:modified xsi:type="dcterms:W3CDTF">2026-07-06T20:37:45Z</dcterms:modified>
</cp:coreProperties>
</file>